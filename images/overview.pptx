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13"/>
    <p:restoredTop sz="94694"/>
  </p:normalViewPr>
  <p:slideViewPr>
    <p:cSldViewPr snapToGrid="0">
      <p:cViewPr varScale="1">
        <p:scale>
          <a:sx n="90" d="100"/>
          <a:sy n="90" d="100"/>
        </p:scale>
        <p:origin x="216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2EEF04-CE27-11B4-99B0-4393AB2BB2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532408F-4AD7-5F56-64E8-E17FCD6240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DD912F-7F02-25C1-6C85-7D653CFF0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AA31D-39FA-9E48-9C78-E2A8CC20CAB3}" type="datetimeFigureOut">
              <a:rPr kumimoji="1" lang="zh-CN" altLang="en-US" smtClean="0"/>
              <a:t>2025/11/23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E950F2-4F69-5242-EE3F-F17E0BF4D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83931E-DEDA-D90A-9814-082D761BD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BC75A-6E85-F14F-B4B2-1FE3A2013E1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52810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6056A9-AC17-5B1A-3C17-3825C3922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871006-5A96-5FE8-B905-26F5C1A7B0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15C808-E628-075D-C993-6132BCD22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AA31D-39FA-9E48-9C78-E2A8CC20CAB3}" type="datetimeFigureOut">
              <a:rPr kumimoji="1" lang="zh-CN" altLang="en-US" smtClean="0"/>
              <a:t>2025/11/23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1B10C7-4682-B194-9BDB-8CF9D9F1A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F3ACE4-D9CA-C032-8746-19C60A2E1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BC75A-6E85-F14F-B4B2-1FE3A2013E1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2428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6123AA-E4EB-73CF-B09A-9C5B9D178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6030D77-F3B6-6CE8-7430-04FD17F0BF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EAE79C-DAE4-43F4-14FC-B5BA0793E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AA31D-39FA-9E48-9C78-E2A8CC20CAB3}" type="datetimeFigureOut">
              <a:rPr kumimoji="1" lang="zh-CN" altLang="en-US" smtClean="0"/>
              <a:t>2025/11/23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0B05B0-F9DF-1907-D6EA-3F9BB4AB1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8EF897-54A1-0A5A-35C5-E943453EA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BC75A-6E85-F14F-B4B2-1FE3A2013E1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44472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233AB-3CDB-6174-A85B-F5C3E7C69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5799B5-1F7A-CA88-897A-C9A3E2AF05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F44494D-9118-5C02-D4C3-76554F4FFD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7849ED3-6BD8-B262-797B-C7DCCAF5A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AA31D-39FA-9E48-9C78-E2A8CC20CAB3}" type="datetimeFigureOut">
              <a:rPr kumimoji="1" lang="zh-CN" altLang="en-US" smtClean="0"/>
              <a:t>2025/11/23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B2EBA30-6A5F-2592-B6F2-877F12B36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DE79F34-E3B2-AC11-E356-C0028D1C3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BC75A-6E85-F14F-B4B2-1FE3A2013E1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5112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F22CF8-4960-727B-C02F-3BBAE7241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5B86EC2-5140-6C57-5F8A-137D821C38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607F299-827C-8799-B33E-2C857F03A5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5FD374C-68BD-5ABC-CC47-F9CDED60FD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3E7699F-4D92-59CB-E632-EFDAD23029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3547666-0722-A7DA-384D-4584E2576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AA31D-39FA-9E48-9C78-E2A8CC20CAB3}" type="datetimeFigureOut">
              <a:rPr kumimoji="1" lang="zh-CN" altLang="en-US" smtClean="0"/>
              <a:t>2025/11/23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467047B-DC0B-1567-4695-1AD77F020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EEF0F6A-C870-6A17-41E3-384909A2A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BC75A-6E85-F14F-B4B2-1FE3A2013E1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47693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E6BAD4-5BAE-5D50-37BF-C9B7E8AB6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9C88EDA-95AB-8F4C-4B88-4E41315D6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AA31D-39FA-9E48-9C78-E2A8CC20CAB3}" type="datetimeFigureOut">
              <a:rPr kumimoji="1" lang="zh-CN" altLang="en-US" smtClean="0"/>
              <a:t>2025/11/23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1C22698-B8EE-5691-EFD6-79C37468B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9274893-5D3E-9E28-0696-0E42D56FE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BC75A-6E85-F14F-B4B2-1FE3A2013E1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47981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8A22081-37BF-E048-6FC6-17A71F68F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AA31D-39FA-9E48-9C78-E2A8CC20CAB3}" type="datetimeFigureOut">
              <a:rPr kumimoji="1" lang="zh-CN" altLang="en-US" smtClean="0"/>
              <a:t>2025/11/23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665D94C-3803-4940-2088-FB7F56620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B6BA91-1D6F-062B-DDC3-0F5D36E75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BC75A-6E85-F14F-B4B2-1FE3A2013E1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47234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A06D0C-E375-B948-18BB-0D4F78440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592470-38E1-D4D3-575E-16E2CE6552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CEC4C90-1375-DB2E-A801-B8BCA7BD07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0BF4468-9D00-6091-A561-0B01724A0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AA31D-39FA-9E48-9C78-E2A8CC20CAB3}" type="datetimeFigureOut">
              <a:rPr kumimoji="1" lang="zh-CN" altLang="en-US" smtClean="0"/>
              <a:t>2025/11/23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275CD7-5DFE-DEF8-CE41-09DAB29E5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B3ED96C-0A37-BD90-828F-CC9C4D168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BC75A-6E85-F14F-B4B2-1FE3A2013E1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80066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D2FD30-639F-BC88-5A0A-F0C27CB6C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CE07C19-BF08-62E4-DC07-5247DB3952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1AD7A01-C57D-4034-4DAD-0DC92DC443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B745D3C-9716-13ED-7431-95D31EFC2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AA31D-39FA-9E48-9C78-E2A8CC20CAB3}" type="datetimeFigureOut">
              <a:rPr kumimoji="1" lang="zh-CN" altLang="en-US" smtClean="0"/>
              <a:t>2025/11/23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67C38F4-5727-EC1E-77E5-B2771A0E2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F309B4E-8383-4D25-A657-A60183A9C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BC75A-6E85-F14F-B4B2-1FE3A2013E1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48226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17343D-EB9A-5CD3-DA8A-FCF6C88B9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83DC423-AEA0-ECAB-C621-D1D26BC5AB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76E7A6-5124-724B-C85D-A16EA36ED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AA31D-39FA-9E48-9C78-E2A8CC20CAB3}" type="datetimeFigureOut">
              <a:rPr kumimoji="1" lang="zh-CN" altLang="en-US" smtClean="0"/>
              <a:t>2025/11/23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810E0F-132E-8BC5-098D-74412DBE0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6ADC94-FB85-B7FE-0C19-1223D2CAA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BC75A-6E85-F14F-B4B2-1FE3A2013E1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43650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CC0E319-C95A-4F9F-AF93-0C9402BA22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8F6DFF6-8CC9-7633-AF40-7061788F19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973A52-EBB6-B032-47BF-F5BF2B632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AA31D-39FA-9E48-9C78-E2A8CC20CAB3}" type="datetimeFigureOut">
              <a:rPr kumimoji="1" lang="zh-CN" altLang="en-US" smtClean="0"/>
              <a:t>2025/11/23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ACA6A7-D3C5-1A07-127D-DB56BADFD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FC38DF-0B39-039D-AB85-264576BD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BC75A-6E85-F14F-B4B2-1FE3A2013E1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6690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6DFD38E-C2CD-D46E-6823-4658318B8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72BFA5-4943-6C6E-ABE2-EB91522772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9FABF7-ABD6-E824-39D5-78C75A5DE9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DAA31D-39FA-9E48-9C78-E2A8CC20CAB3}" type="datetimeFigureOut">
              <a:rPr kumimoji="1" lang="zh-CN" altLang="en-US" smtClean="0"/>
              <a:t>2025/11/23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717973-3250-C5D8-5813-04C6C83A29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0882E9-DC2E-4840-AEBF-5A9A7E0EBB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9BC75A-6E85-F14F-B4B2-1FE3A2013E1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17764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194FF785-77E0-0C83-7529-0AFDFDDEFC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0798" y="0"/>
            <a:ext cx="12293600" cy="6857999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EF5475DE-DDE0-706E-BE81-B7F6A620ECA7}"/>
              </a:ext>
            </a:extLst>
          </p:cNvPr>
          <p:cNvSpPr/>
          <p:nvPr/>
        </p:nvSpPr>
        <p:spPr>
          <a:xfrm>
            <a:off x="4227766" y="255666"/>
            <a:ext cx="3231975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dirty="0" err="1">
                <a:ln w="0"/>
                <a:effectLst>
                  <a:reflection blurRad="6350" stA="53000" endA="300" endPos="35500" dir="5400000" sy="-90000" algn="bl" rotWithShape="0"/>
                </a:effectLst>
              </a:rPr>
              <a:t>RetExpert</a:t>
            </a:r>
            <a:endParaRPr lang="zh-CN" altLang="en-US" sz="5400" b="1" dirty="0">
              <a:ln w="0"/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642438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1</Words>
  <Application>Microsoft Macintosh PowerPoint</Application>
  <PresentationFormat>宽屏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子荣 刘</dc:creator>
  <cp:lastModifiedBy>子荣 刘</cp:lastModifiedBy>
  <cp:revision>1</cp:revision>
  <dcterms:created xsi:type="dcterms:W3CDTF">2025-11-23T14:24:39Z</dcterms:created>
  <dcterms:modified xsi:type="dcterms:W3CDTF">2025-11-23T16:32:22Z</dcterms:modified>
</cp:coreProperties>
</file>